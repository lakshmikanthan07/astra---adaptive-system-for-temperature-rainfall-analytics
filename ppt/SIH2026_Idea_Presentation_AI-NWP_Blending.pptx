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260" y="-5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600000"/>
            <a:ext cx="12191999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AI-NWP Adaptive Forecast Blending Framework (Dynamic Multi-Model Weather Blending Engine)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- Fuses NWP, ensemble, and AI/ML forecasts using adaptive, skill-based weights - Weights vary by region, lead time, season, and weather regime - Outputs one optimized forecast for rainfall, temperature, wind, extremes — with confidence scores - Self-updating: re-weights sources as their performance shifts, unlike static model selection - Novel: regime-aware, explainable (weight maps), and light enough for real-time deployment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B68EFA-45F4-4F90-16F0-69EC1EFEB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98" y="4199303"/>
            <a:ext cx="12192000" cy="41042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BD5A6E-1C71-1F38-D776-9299D7012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3913" y="3177381"/>
            <a:ext cx="69441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50000"/>
            <a:ext cx="10972800" cy="170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Technical Approach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- Core stack: Python, </a:t>
            </a:r>
            <a:r>
              <a:rPr lang="en-US" sz="1500" dirty="0" err="1">
                <a:latin typeface="Arial" pitchFamily="34" charset="0"/>
                <a:cs typeface="Arial" pitchFamily="34" charset="0"/>
              </a:rPr>
              <a:t>PyTorch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/TensorFlow, </a:t>
            </a:r>
            <a:r>
              <a:rPr lang="en-US" sz="1500" dirty="0" err="1">
                <a:latin typeface="Arial" pitchFamily="34" charset="0"/>
                <a:cs typeface="Arial" pitchFamily="34" charset="0"/>
              </a:rPr>
              <a:t>XGBoost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/</a:t>
            </a:r>
            <a:r>
              <a:rPr lang="en-US" sz="1500" dirty="0" err="1">
                <a:latin typeface="Arial" pitchFamily="34" charset="0"/>
                <a:cs typeface="Arial" pitchFamily="34" charset="0"/>
              </a:rPr>
              <a:t>LightGBM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500" dirty="0" err="1">
                <a:latin typeface="Arial" pitchFamily="34" charset="0"/>
                <a:cs typeface="Arial" pitchFamily="34" charset="0"/>
              </a:rPr>
              <a:t>xarray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/NetCDF4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- Data: IMD/NCMRWF, ECMWF ENS/GFS, ERA5 reanalysis, ground + INSAT satellite </a:t>
            </a:r>
            <a:r>
              <a:rPr lang="en-US" sz="1500" dirty="0" err="1">
                <a:latin typeface="Arial" pitchFamily="34" charset="0"/>
                <a:cs typeface="Arial" pitchFamily="34" charset="0"/>
              </a:rPr>
              <a:t>obs</a:t>
            </a:r>
            <a:endParaRPr lang="en-US" sz="15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- AI models: LSTM, Transformer, Graph Neural Network (spatial correlation)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- Blending: rolling skill scoring (RMSE/CRPS/Brier) → Gradient Boosted Trees adaptive weights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- Pipeline: ingest → infer → score → weight → fuse → flag extremes → visualize (Docker + Airflow)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- Deployment: REST API + </a:t>
            </a:r>
            <a:r>
              <a:rPr lang="en-US" sz="1500" dirty="0" err="1">
                <a:latin typeface="Arial" pitchFamily="34" charset="0"/>
                <a:cs typeface="Arial" pitchFamily="34" charset="0"/>
              </a:rPr>
              <a:t>Streamlit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/Grafana dashboard, automated runs, extreme-weather alerts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EE90D-801F-BD51-E0E7-37E85EF4D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691" y="83785"/>
            <a:ext cx="520161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AA72AA-3360-065A-49E7-7F3A102AA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0" y="252246"/>
            <a:ext cx="12192000" cy="1595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086F9D-B1F1-CA55-243C-A95D2B1EF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807" y="2017283"/>
            <a:ext cx="7258423" cy="29910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700000"/>
            <a:ext cx="10972800" cy="170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 and Viability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Feasible: all data sources public (IMD, NCMRWF, ECMWF, GFS); blending is well-understood weighted-</a:t>
            </a:r>
            <a:r>
              <a:rPr lang="en-US" sz="15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ensembling</a:t>
            </a: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not novel deep learning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Challenges: heterogeneous data formats, NWP–AI latency mismatch, sparse extreme-event ground-truth, retraining compute cost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Mitigation: common </a:t>
            </a:r>
            <a:r>
              <a:rPr lang="en-US" sz="15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regridding</a:t>
            </a: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layer, pre-fetched/cached NWP, skill-score smoothing + Bayesian shrinkage, scheduled (not per-request) retraining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888189-FD54-4A99-0767-250170F5A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611" y="0"/>
            <a:ext cx="805677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FB4F89-946B-AF90-9BA5-93563AB95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573573"/>
            <a:ext cx="12192000" cy="366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700000"/>
            <a:ext cx="109728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Impact and Benefits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Direct users: IMD/NCMRWF forecasters, disaster management, aviation, agriculture, power-grid operators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Social: better lead time on rainfall/heatwave/wind warnings → evacuation &amp; disaster planning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Economic: less crop loss, optimized solar/wind scheduling, fewer aviation/logistics disruptions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Environmental: more efficient irrigation and power-dispatch planning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Operational: automated blending cuts manual forecaster workload during extreme events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8C922F-BAD1-64A2-BE2D-7AC6262EF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92916"/>
            <a:ext cx="12192000" cy="3272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1A613B-81BC-2706-1AA3-1B0BDA687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3950" y="330200"/>
            <a:ext cx="7304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700000"/>
            <a:ext cx="109728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Research </a:t>
            </a:r>
            <a:r>
              <a:rPr lang="en-US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and References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IMD Forecast Verification: https://mausam.imd.gov.in/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NCMRWF: https://www.ncmrwf.gov.in/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ECMWF Open Data (ENS + HRES): https://www.ecmwf.int/en/forecasts/datasets/open-data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ECMWF Open Data docs (Confluence): https://confluence.ecmwf.int/display/DAC/ECMWF+open+data%3A+real-time+forecasts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Krishnamurti et al. (1999), "Improved Weather and Seasonal Climate Forecasts from </a:t>
            </a: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Multimodel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Superensemble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," Science 285(5433): https://doi.org/10.1126/science.285.5433.1548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NOAA NCEP – GFS model info: https://www.ncep.noaa.gov/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ERA5 Reanalysis – Copernicus Climate Data Store: https://cds.climate.copernicus.eu/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7610</TotalTime>
  <Words>598</Words>
  <Application>Microsoft Office PowerPoint</Application>
  <PresentationFormat>Widescreen</PresentationFormat>
  <Paragraphs>63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LAKSHMI KANTHAN S-[CH.SC.U4AIE24041]</cp:lastModifiedBy>
  <cp:revision>151</cp:revision>
  <dcterms:created xsi:type="dcterms:W3CDTF">2013-12-12T18:46:50Z</dcterms:created>
  <dcterms:modified xsi:type="dcterms:W3CDTF">2026-09-04T18:38:26Z</dcterms:modified>
  <cp:category/>
</cp:coreProperties>
</file>